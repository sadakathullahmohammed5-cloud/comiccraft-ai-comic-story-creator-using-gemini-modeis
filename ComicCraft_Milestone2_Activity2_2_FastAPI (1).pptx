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Aptos"/>
              </a:defRPr>
            </a:pPr>
            <a:r>
              <a:t>ComicCraft – AI Comic Story Creator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latin typeface="Aptos"/>
              </a:defRPr>
            </a:pPr>
            <a:r>
              <a:t>Milestone 2: Core Functionalities Development</a:t>
            </a:r>
          </a:p>
          <a:p>
            <a:pPr>
              <a:spcAft>
                <a:spcPts val="1000"/>
              </a:spcAft>
              <a:defRPr sz="2000">
                <a:latin typeface="Aptos"/>
              </a:defRPr>
            </a:pPr>
            <a:r>
              <a:t>Activity 2.2: Implement the FastAPI Backend</a:t>
            </a:r>
          </a:p>
          <a:p>
            <a:pPr>
              <a:spcAft>
                <a:spcPts val="1000"/>
              </a:spcAft>
              <a:defRPr sz="2000">
                <a:latin typeface="Aptos"/>
              </a:defRPr>
            </a:pPr>
            <a:r>
              <a:t>Routing and User Input Processing with Python</a:t>
            </a:r>
          </a:p>
          <a:p>
            <a:pPr>
              <a:spcAft>
                <a:spcPts val="1000"/>
              </a:spcAft>
              <a:defRPr sz="2000">
                <a:latin typeface="Aptos"/>
              </a:defRPr>
            </a:pPr>
            <a:r>
              <a:t>Powered by Gemini Models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6446520"/>
            <a:ext cx="1554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latin typeface="Aptos"/>
              </a:defRPr>
            </a:pPr>
            <a:r>
              <a:t>1 / 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Aptos"/>
              </a:defRPr>
            </a:pPr>
            <a:r>
              <a:t>FastAPI Backend –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latin typeface="Aptos"/>
              </a:defRPr>
            </a:pPr>
            <a:r>
              <a:t>• Python-based backend layer for ComicCraft</a:t>
            </a:r>
          </a:p>
          <a:p>
            <a:pPr>
              <a:spcAft>
                <a:spcPts val="1000"/>
              </a:spcAft>
              <a:defRPr sz="1800">
                <a:latin typeface="Aptos"/>
              </a:defRPr>
            </a:pPr>
            <a:r>
              <a:t>• Receives comic-story requests from the frontend</a:t>
            </a:r>
          </a:p>
          <a:p>
            <a:pPr>
              <a:spcAft>
                <a:spcPts val="1000"/>
              </a:spcAft>
              <a:defRPr sz="1800">
                <a:latin typeface="Aptos"/>
              </a:defRPr>
            </a:pPr>
            <a:r>
              <a:t>• Validates and processes user input</a:t>
            </a:r>
          </a:p>
          <a:p>
            <a:pPr>
              <a:spcAft>
                <a:spcPts val="1000"/>
              </a:spcAft>
              <a:defRPr sz="1800">
                <a:latin typeface="Aptos"/>
              </a:defRPr>
            </a:pPr>
            <a:r>
              <a:t>• Routes requests to the appropriate application logic</a:t>
            </a:r>
          </a:p>
          <a:p>
            <a:pPr>
              <a:spcAft>
                <a:spcPts val="1000"/>
              </a:spcAft>
              <a:defRPr sz="1800">
                <a:latin typeface="Aptos"/>
              </a:defRPr>
            </a:pPr>
            <a:r>
              <a:t>• Returns structured responses to the client</a:t>
            </a:r>
          </a:p>
          <a:p>
            <a:pPr>
              <a:spcAft>
                <a:spcPts val="1000"/>
              </a:spcAft>
              <a:defRPr sz="1800">
                <a:latin typeface="Aptos"/>
              </a:defRPr>
            </a:pPr>
            <a:r>
              <a:t>• Designed for simple integration with Gemini APIs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6446520"/>
            <a:ext cx="1554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latin typeface="Aptos"/>
              </a:defRPr>
            </a:pPr>
            <a:r>
              <a:t>2 /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Aptos"/>
              </a:defRPr>
            </a:pPr>
            <a:r>
              <a:t>API Routing &amp; User Input Processing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latin typeface="Aptos"/>
              </a:defRPr>
            </a:pPr>
            <a:r>
              <a:t>• FastAPI provides clear endpoint-based routing</a:t>
            </a:r>
          </a:p>
          <a:p>
            <a:pPr>
              <a:spcAft>
                <a:spcPts val="1000"/>
              </a:spcAft>
              <a:defRPr sz="1800">
                <a:latin typeface="Aptos"/>
              </a:defRPr>
            </a:pPr>
            <a:r>
              <a:t>• POST endpoint accepts story-generation input</a:t>
            </a:r>
          </a:p>
          <a:p>
            <a:pPr>
              <a:spcAft>
                <a:spcPts val="1000"/>
              </a:spcAft>
              <a:defRPr sz="1800">
                <a:latin typeface="Aptos"/>
              </a:defRPr>
            </a:pPr>
            <a:r>
              <a:t>• Pydantic models validate request data</a:t>
            </a:r>
          </a:p>
          <a:p>
            <a:pPr>
              <a:spcAft>
                <a:spcPts val="1000"/>
              </a:spcAft>
              <a:defRPr sz="1800">
                <a:latin typeface="Aptos"/>
              </a:defRPr>
            </a:pPr>
            <a:r>
              <a:t>• Input fields can include topic, genre, characters, and style</a:t>
            </a:r>
          </a:p>
          <a:p>
            <a:pPr>
              <a:spcAft>
                <a:spcPts val="1000"/>
              </a:spcAft>
              <a:defRPr sz="1800">
                <a:latin typeface="Aptos"/>
              </a:defRPr>
            </a:pPr>
            <a:r>
              <a:t>• Backend prepares a clean prompt for the Gemini model</a:t>
            </a:r>
          </a:p>
          <a:p>
            <a:pPr>
              <a:spcAft>
                <a:spcPts val="1000"/>
              </a:spcAft>
              <a:defRPr sz="1800">
                <a:latin typeface="Aptos"/>
              </a:defRPr>
            </a:pPr>
            <a:r>
              <a:t>• JSON responses make frontend integration straightforward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6446520"/>
            <a:ext cx="1554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latin typeface="Aptos"/>
              </a:defRPr>
            </a:pPr>
            <a:r>
              <a:t>3 /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Aptos"/>
              </a:defRPr>
            </a:pPr>
            <a:r>
              <a:t>Python FastAPI – Core 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700">
                <a:latin typeface="Consolas"/>
              </a:defRPr>
            </a:pPr>
            <a:r>
              <a:t>from fastapi import FastAPI</a:t>
            </a:r>
          </a:p>
          <a:p>
            <a:pPr>
              <a:spcAft>
                <a:spcPts val="400"/>
              </a:spcAft>
              <a:defRPr sz="1700">
                <a:latin typeface="Consolas"/>
              </a:defRPr>
            </a:pPr>
            <a:r>
              <a:t>from pydantic import BaseModel</a:t>
            </a:r>
          </a:p>
          <a:p>
            <a:pPr>
              <a:spcAft>
                <a:spcPts val="400"/>
              </a:spcAft>
              <a:defRPr sz="1700">
                <a:latin typeface="Consolas"/>
              </a:defRPr>
            </a:pPr>
          </a:p>
          <a:p>
            <a:pPr>
              <a:spcAft>
                <a:spcPts val="400"/>
              </a:spcAft>
              <a:defRPr sz="1700">
                <a:latin typeface="Consolas"/>
              </a:defRPr>
            </a:pPr>
            <a:r>
              <a:t>app = FastAPI()</a:t>
            </a:r>
          </a:p>
          <a:p>
            <a:pPr>
              <a:spcAft>
                <a:spcPts val="400"/>
              </a:spcAft>
              <a:defRPr sz="1700">
                <a:latin typeface="Consolas"/>
              </a:defRPr>
            </a:pPr>
          </a:p>
          <a:p>
            <a:pPr>
              <a:spcAft>
                <a:spcPts val="400"/>
              </a:spcAft>
              <a:defRPr sz="1700">
                <a:latin typeface="Consolas"/>
              </a:defRPr>
            </a:pPr>
            <a:r>
              <a:t>class StoryRequest(BaseModel):</a:t>
            </a:r>
          </a:p>
          <a:p>
            <a:pPr>
              <a:spcAft>
                <a:spcPts val="400"/>
              </a:spcAft>
              <a:defRPr sz="1700">
                <a:latin typeface="Consolas"/>
              </a:defRPr>
            </a:pPr>
            <a:r>
              <a:t>    topic: str</a:t>
            </a:r>
          </a:p>
          <a:p>
            <a:pPr>
              <a:spcAft>
                <a:spcPts val="400"/>
              </a:spcAft>
              <a:defRPr sz="1700">
                <a:latin typeface="Consolas"/>
              </a:defRPr>
            </a:pPr>
            <a:r>
              <a:t>    genre: str</a:t>
            </a:r>
          </a:p>
          <a:p>
            <a:pPr>
              <a:spcAft>
                <a:spcPts val="400"/>
              </a:spcAft>
              <a:defRPr sz="1700">
                <a:latin typeface="Consolas"/>
              </a:defRPr>
            </a:pPr>
          </a:p>
          <a:p>
            <a:pPr>
              <a:spcAft>
                <a:spcPts val="400"/>
              </a:spcAft>
              <a:defRPr sz="1700">
                <a:latin typeface="Consolas"/>
              </a:defRPr>
            </a:pPr>
            <a:r>
              <a:t>@app.post('/generate')</a:t>
            </a:r>
          </a:p>
          <a:p>
            <a:pPr>
              <a:spcAft>
                <a:spcPts val="400"/>
              </a:spcAft>
              <a:defRPr sz="1700">
                <a:latin typeface="Consolas"/>
              </a:defRPr>
            </a:pPr>
            <a:r>
              <a:t>async def generate_story(req: StoryRequest):</a:t>
            </a:r>
          </a:p>
          <a:p>
            <a:pPr>
              <a:spcAft>
                <a:spcPts val="400"/>
              </a:spcAft>
              <a:defRPr sz="1700">
                <a:latin typeface="Consolas"/>
              </a:defRPr>
            </a:pPr>
            <a:r>
              <a:t>    prompt = f'Create a comic story about {req.topic} in {req.genre} style.'</a:t>
            </a:r>
          </a:p>
          <a:p>
            <a:pPr>
              <a:spcAft>
                <a:spcPts val="400"/>
              </a:spcAft>
              <a:defRPr sz="1700">
                <a:latin typeface="Consolas"/>
              </a:defRPr>
            </a:pPr>
            <a:r>
              <a:t>    return {'prompt': prompt, 'status': 'ready'}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6446520"/>
            <a:ext cx="1554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latin typeface="Aptos"/>
              </a:defRPr>
            </a:pPr>
            <a:r>
              <a:t>4 /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Aptos"/>
              </a:defRPr>
            </a:pPr>
            <a:r>
              <a:t>Activity 2.2 – Outcome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latin typeface="Aptos"/>
              </a:defRPr>
            </a:pPr>
            <a:r>
              <a:t>• FastAPI backend structure established</a:t>
            </a:r>
          </a:p>
          <a:p>
            <a:pPr>
              <a:spcAft>
                <a:spcPts val="1000"/>
              </a:spcAft>
              <a:defRPr sz="1800">
                <a:latin typeface="Aptos"/>
              </a:defRPr>
            </a:pPr>
            <a:r>
              <a:t>• Routing and request handling implemented</a:t>
            </a:r>
          </a:p>
          <a:p>
            <a:pPr>
              <a:spcAft>
                <a:spcPts val="1000"/>
              </a:spcAft>
              <a:defRPr sz="1800">
                <a:latin typeface="Aptos"/>
              </a:defRPr>
            </a:pPr>
            <a:r>
              <a:t>• User input validation added through Pydantic</a:t>
            </a:r>
          </a:p>
          <a:p>
            <a:pPr>
              <a:spcAft>
                <a:spcPts val="1000"/>
              </a:spcAft>
              <a:defRPr sz="1800">
                <a:latin typeface="Aptos"/>
              </a:defRPr>
            </a:pPr>
            <a:r>
              <a:t>• Backend prepared for Gemini model integration</a:t>
            </a:r>
          </a:p>
          <a:p>
            <a:pPr>
              <a:spcAft>
                <a:spcPts val="1000"/>
              </a:spcAft>
              <a:defRPr sz="1800">
                <a:latin typeface="Aptos"/>
              </a:defRPr>
            </a:pPr>
            <a:r>
              <a:t>• Structured JSON responses support frontend communication</a:t>
            </a:r>
          </a:p>
          <a:p>
            <a:pPr>
              <a:spcAft>
                <a:spcPts val="1000"/>
              </a:spcAft>
              <a:defRPr sz="1800">
                <a:latin typeface="Aptos"/>
              </a:defRPr>
            </a:pPr>
            <a:r>
              <a:t>• Next step: connect the generation route to Gemini and return comic-story content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6446520"/>
            <a:ext cx="1554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latin typeface="Aptos"/>
              </a:defRPr>
            </a:pPr>
            <a:r>
              <a:t>5 / 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